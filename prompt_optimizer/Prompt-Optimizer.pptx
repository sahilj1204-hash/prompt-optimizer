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Sora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2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914400"/>
            <a:ext cx="6349841" cy="4572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54330" dist="125730" dir="5400000">
              <a:srgbClr val="083c35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17572" y="1304480"/>
            <a:ext cx="609584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 SIMPLE TOOL FOR CLEARER AI INSTRUCTIONS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7572" y="1757462"/>
            <a:ext cx="548626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b="1" spc="-140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Prompt</a:t>
            </a:r>
            <a:endParaRPr lang="en-US" sz="56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600" b="1" spc="-140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Optimizer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117572" y="3348137"/>
            <a:ext cx="5486263" cy="164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750"/>
              </a:spcAft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simple tool that helps people write better instructions for AI.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1750"/>
              </a:spcAft>
              <a:buNone/>
            </a:pP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SAHIL JOSHI    1022512047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1005038"/>
            <a:ext cx="611618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WHY PROMPTS MATTER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1313112"/>
            <a:ext cx="5963791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Clear instructions help AI give better answers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3387" y="3225205"/>
            <a:ext cx="5963791" cy="263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prompt is simply an instruction for AI.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or unclear prompts can produce weak or confusing answers.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tool makes prompts clearer and more complete.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Before: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“Explain AI.”</a:t>
            </a:r>
            <a:endParaRPr lang="en-US" sz="1700" dirty="0"/>
          </a:p>
          <a:p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After:</a:t>
            </a:r>
            <a:pPr algn="l" marL="345440" indent="-34544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“Act as an AI teacher and explain Artificial Intelligence to college students using simple examples and bullet points.”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032" cy="6858000"/>
          </a:xfrm>
          <a:prstGeom prst="rect">
            <a:avLst/>
          </a:prstGeom>
          <a:solidFill>
            <a:srgbClr val="FFFFFF"/>
          </a:solidFill>
          <a:ln w="25399">
            <a:solidFill>
              <a:srgbClr val="CBCF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656" y="254000"/>
            <a:ext cx="4577045" cy="5962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656" y="6425938"/>
            <a:ext cx="483103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clearer instruction gives the answer a useful audience and shape.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491680"/>
            <a:ext cx="413503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808137"/>
            <a:ext cx="3754046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People know what they want, but not always how to ask.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8786" y="6031905"/>
            <a:ext cx="1423654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6109727"/>
            <a:ext cx="1774285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spc="14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Prompt clarity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55704" y="515811"/>
            <a:ext cx="617720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The gap is in the instruction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55704" y="1289038"/>
            <a:ext cx="355591" cy="304800"/>
          </a:xfrm>
          <a:prstGeom prst="rect">
            <a:avLst/>
          </a:prstGeom>
          <a:solidFill>
            <a:srgbClr val="0A7C7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04" y="1263638"/>
            <a:ext cx="355591" cy="355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63691" y="1267091"/>
            <a:ext cx="566921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users are unsure how to write a useful AI prompt.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55704" y="3017032"/>
            <a:ext cx="355591" cy="304800"/>
          </a:xfrm>
          <a:prstGeom prst="rect">
            <a:avLst/>
          </a:prstGeom>
          <a:solidFill>
            <a:srgbClr val="0A7C7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04" y="2991632"/>
            <a:ext cx="355591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63691" y="2995085"/>
            <a:ext cx="5669218" cy="301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Incomplete prompts can lead to vague answers.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55704" y="4745125"/>
            <a:ext cx="355591" cy="304800"/>
          </a:xfrm>
          <a:prstGeom prst="rect">
            <a:avLst/>
          </a:prstGeom>
          <a:solidFill>
            <a:srgbClr val="0A7C7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04" y="4719725"/>
            <a:ext cx="355591" cy="355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63691" y="4723178"/>
            <a:ext cx="5669218" cy="603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goal is to check the prompt, point out what is missing, and suggest a better version.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40880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48955"/>
            <a:ext cx="11124922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Our tool checks five simple parts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33387" y="1876623"/>
            <a:ext cx="3555911" cy="1678087"/>
          </a:xfrm>
          <a:prstGeom prst="roundRect">
            <a:avLst>
              <a:gd name="adj" fmla="val 5404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331" y="2449139"/>
            <a:ext cx="30860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8331" y="3028382"/>
            <a:ext cx="332096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should AI act as?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94090" y="1876623"/>
            <a:ext cx="3454314" cy="1678087"/>
          </a:xfrm>
          <a:prstGeom prst="roundRect">
            <a:avLst>
              <a:gd name="adj" fmla="val 5404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9034" y="2449139"/>
            <a:ext cx="298442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Audience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29034" y="3028382"/>
            <a:ext cx="32193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will read the answer?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53196" y="1876623"/>
            <a:ext cx="3505112" cy="1678087"/>
          </a:xfrm>
          <a:prstGeom prst="roundRect">
            <a:avLst>
              <a:gd name="adj" fmla="val 5404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8140" y="2449139"/>
            <a:ext cx="3035224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8140" y="3028382"/>
            <a:ext cx="3270168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should AI do?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3387" y="4183360"/>
            <a:ext cx="3555911" cy="1975941"/>
          </a:xfrm>
          <a:prstGeom prst="roundRect">
            <a:avLst>
              <a:gd name="adj" fmla="val 4589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331" y="4755876"/>
            <a:ext cx="30860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8331" y="5335119"/>
            <a:ext cx="308602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Should the answer be a list, table, or paragraph?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94090" y="4183360"/>
            <a:ext cx="7264218" cy="1975941"/>
          </a:xfrm>
          <a:prstGeom prst="roundRect">
            <a:avLst>
              <a:gd name="adj" fmla="val 4589"/>
            </a:avLst>
          </a:prstGeom>
          <a:solidFill>
            <a:srgbClr val="083C35"/>
          </a:solidFill>
          <a:ln w="6350">
            <a:solidFill>
              <a:srgbClr val="CBD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9034" y="4755876"/>
            <a:ext cx="6794330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9034" y="5335119"/>
            <a:ext cx="7029274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limits should AI follow?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987500" y="1559123"/>
            <a:ext cx="647684" cy="647700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121" y="1733748"/>
            <a:ext cx="298443" cy="29845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797405" y="1559123"/>
            <a:ext cx="647684" cy="647700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26" y="1733748"/>
            <a:ext cx="298443" cy="29845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9581910" y="1559123"/>
            <a:ext cx="647684" cy="647700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531" y="1733748"/>
            <a:ext cx="298443" cy="29845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987500" y="3865860"/>
            <a:ext cx="647684" cy="647700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121" y="4040485"/>
            <a:ext cx="298443" cy="29845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702357" y="3865860"/>
            <a:ext cx="647684" cy="647700"/>
          </a:xfrm>
          <a:prstGeom prst="ellipse">
            <a:avLst/>
          </a:prstGeom>
          <a:solidFill>
            <a:srgbClr val="083C35"/>
          </a:solidFill>
          <a:ln w="12700">
            <a:solidFill>
              <a:srgbClr val="CBCFC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978" y="4040485"/>
            <a:ext cx="298443" cy="298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5480"/>
            <a:ext cx="68731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723555"/>
            <a:ext cx="6517517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How the tool works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58786" y="1527373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1829594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984601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user enters a prompt.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8786" y="2348012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8786" y="2650232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9" name="Text 7"/>
          <p:cNvSpPr/>
          <p:nvPr/>
        </p:nvSpPr>
        <p:spPr>
          <a:xfrm>
            <a:off x="558786" y="2805239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 checks the prompt.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8786" y="3168650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8786" y="3470870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2" name="Text 10"/>
          <p:cNvSpPr/>
          <p:nvPr/>
        </p:nvSpPr>
        <p:spPr>
          <a:xfrm>
            <a:off x="558786" y="3625878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looks for the five parts.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8786" y="398938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8786" y="4291608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5" name="Text 13"/>
          <p:cNvSpPr/>
          <p:nvPr/>
        </p:nvSpPr>
        <p:spPr>
          <a:xfrm>
            <a:off x="558786" y="4446615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gives the prompt a score.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86" y="4810125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58786" y="5112345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8" name="Text 16"/>
          <p:cNvSpPr/>
          <p:nvPr/>
        </p:nvSpPr>
        <p:spPr>
          <a:xfrm>
            <a:off x="558786" y="5267353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shows what is missing.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8786" y="5630863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83C35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58786" y="5933083"/>
            <a:ext cx="6517517" cy="1905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21" name="Text 19"/>
          <p:cNvSpPr/>
          <p:nvPr/>
        </p:nvSpPr>
        <p:spPr>
          <a:xfrm>
            <a:off x="558786" y="6088090"/>
            <a:ext cx="65175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creates a better prompt.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888983" y="0"/>
            <a:ext cx="4302712" cy="68580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277" y="241300"/>
            <a:ext cx="3820124" cy="608945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30277" y="6438638"/>
            <a:ext cx="406141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Enter → check → score → improve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73027"/>
            <a:ext cx="116583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781102"/>
            <a:ext cx="11124922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What we used to build it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33387" y="1584920"/>
            <a:ext cx="3555911" cy="2055912"/>
          </a:xfrm>
          <a:prstGeom prst="roundRect">
            <a:avLst>
              <a:gd name="adj" fmla="val 10378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81" y="1826220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4681" y="2528911"/>
            <a:ext cx="30733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Website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74681" y="3108154"/>
            <a:ext cx="33146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HTML, CSS, and JavaScript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94090" y="1584920"/>
            <a:ext cx="3403515" cy="2055912"/>
          </a:xfrm>
          <a:prstGeom prst="roundRect">
            <a:avLst>
              <a:gd name="adj" fmla="val 10378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84" y="182622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5384" y="2528911"/>
            <a:ext cx="2920927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635384" y="3108154"/>
            <a:ext cx="316222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and Flask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02397" y="1584920"/>
            <a:ext cx="3555911" cy="2055912"/>
          </a:xfrm>
          <a:prstGeom prst="roundRect">
            <a:avLst>
              <a:gd name="adj" fmla="val 10378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91" y="182622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3691" y="2528911"/>
            <a:ext cx="30733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analysis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343691" y="3108154"/>
            <a:ext cx="33146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33387" y="3945632"/>
            <a:ext cx="3555911" cy="2651621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81" y="4186932"/>
            <a:ext cx="539736" cy="539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4681" y="4889623"/>
            <a:ext cx="30733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file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774681" y="5468866"/>
            <a:ext cx="3314617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CSV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394090" y="3945632"/>
            <a:ext cx="3403515" cy="2651621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384" y="4186932"/>
            <a:ext cx="539736" cy="539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5384" y="4889623"/>
            <a:ext cx="2920927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tool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4635384" y="5468866"/>
            <a:ext cx="3162221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Code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102397" y="3945632"/>
            <a:ext cx="3555911" cy="2651621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691" y="4186932"/>
            <a:ext cx="539736" cy="539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43691" y="4889623"/>
            <a:ext cx="3073323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ChatGPT</a:t>
            </a:r>
            <a:endParaRPr lang="en-US" sz="2400" dirty="0"/>
          </a:p>
        </p:txBody>
      </p:sp>
      <p:sp>
        <p:nvSpPr>
          <p:cNvPr id="27" name="Text 19"/>
          <p:cNvSpPr/>
          <p:nvPr/>
        </p:nvSpPr>
        <p:spPr>
          <a:xfrm>
            <a:off x="8343691" y="5468866"/>
            <a:ext cx="3073323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Ideas, coding, debugging, documentation, and presentation preparation.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440880"/>
            <a:ext cx="413503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TEST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757337"/>
            <a:ext cx="383024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Our dataset helps us test the tool.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8786" y="6082705"/>
            <a:ext cx="1888383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6160527"/>
            <a:ext cx="223901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spc="14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prompt_dataset.csv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79506" y="465011"/>
            <a:ext cx="625340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6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What the dataset is for</a:t>
            </a:r>
            <a:endParaRPr lang="en-US" sz="3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506" y="1372052"/>
            <a:ext cx="431789" cy="43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27190" y="1378573"/>
            <a:ext cx="560571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contains prompts about AI, programming, education, careers, DBMS, emails, data analysis, and presentations.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506" y="3234388"/>
            <a:ext cx="431789" cy="431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27190" y="3240909"/>
            <a:ext cx="5605719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use it to test the tool, group prompts, and study prompt quality.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379506" y="4868466"/>
            <a:ext cx="6253403" cy="1557635"/>
          </a:xfrm>
          <a:prstGeom prst="roundRect">
            <a:avLst>
              <a:gd name="adj" fmla="val 13697"/>
            </a:avLst>
          </a:prstGeom>
          <a:solidFill>
            <a:srgbClr val="FFFFFF"/>
          </a:solidFill>
          <a:ln w="635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50" y="510337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2134" y="5109893"/>
            <a:ext cx="513583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a test dataset, not a dataset used to train a machine-learning model.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90080"/>
            <a:ext cx="6507397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BEFORE →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698155"/>
            <a:ext cx="6355000" cy="177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Example: a simple prompt becomes more useful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33387" y="2686447"/>
            <a:ext cx="3101302" cy="2762945"/>
          </a:xfrm>
          <a:prstGeom prst="roundRect">
            <a:avLst>
              <a:gd name="adj" fmla="val 7722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4681" y="2886027"/>
            <a:ext cx="28600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4681" y="3205786"/>
            <a:ext cx="261871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“Explain machine learning.”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4681" y="3953323"/>
            <a:ext cx="28600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TOOL FINDS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4681" y="4273082"/>
            <a:ext cx="2618714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role, audience, format, or rules.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787085" y="2686447"/>
            <a:ext cx="3101302" cy="2762945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10" name="Text 8"/>
          <p:cNvSpPr/>
          <p:nvPr/>
        </p:nvSpPr>
        <p:spPr>
          <a:xfrm>
            <a:off x="4015679" y="2873327"/>
            <a:ext cx="2872708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IMPROVED PROMPT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15679" y="3193086"/>
            <a:ext cx="2644114" cy="208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“Act as an AI teacher. Explain machine learning to college students using simple examples. Use clear headings and bullet points. Keep it concise and practical.”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3387" y="5684278"/>
            <a:ext cx="6507397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6D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result also shows a score, missing parts, and word-count comparison.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7873" y="0"/>
            <a:ext cx="4693822" cy="6858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4CE"/>
            </a:solidFill>
            <a:prstDash val="solid"/>
          </a:ln>
          <a:effectLst>
            <a:outerShdw sx="100000" sy="100000" kx="0" ky="0" algn="bl" rotWithShape="0" blurRad="227330" dist="74930" dir="5400000">
              <a:srgbClr val="083c35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167" y="241300"/>
            <a:ext cx="4211234" cy="60894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39167" y="6438638"/>
            <a:ext cx="4452528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useful prompt makes the answer easier to shape.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280"/>
            <a:ext cx="1173450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189" y="774355"/>
            <a:ext cx="1127731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88" kern="100" dirty="0">
                <a:solidFill>
                  <a:srgbClr val="10201D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What makes this project useful?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1578173"/>
            <a:ext cx="5486263" cy="1392337"/>
          </a:xfrm>
          <a:prstGeom prst="roundRect">
            <a:avLst>
              <a:gd name="adj" fmla="val 6512"/>
            </a:avLst>
          </a:prstGeom>
          <a:noFill/>
          <a:ln w="25399">
            <a:solidFill>
              <a:srgbClr val="CBC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1182" y="1845889"/>
            <a:ext cx="497827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AI tools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82" y="2425132"/>
            <a:ext cx="52322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 the user's prompt directly.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1578173"/>
            <a:ext cx="5486263" cy="1392337"/>
          </a:xfrm>
          <a:prstGeom prst="roundRect">
            <a:avLst>
              <a:gd name="adj" fmla="val 6512"/>
            </a:avLst>
          </a:prstGeom>
          <a:noFill/>
          <a:ln w="25399">
            <a:solidFill>
              <a:srgbClr val="CB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2237" y="1845889"/>
            <a:ext cx="4978275" cy="402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Prompt Optimizer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02237" y="2425132"/>
            <a:ext cx="523226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Improves the prompt before the AI answers.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189" y="3275211"/>
            <a:ext cx="11277318" cy="1202134"/>
          </a:xfrm>
          <a:prstGeom prst="roundRect">
            <a:avLst>
              <a:gd name="adj" fmla="val 7543"/>
            </a:avLst>
          </a:prstGeom>
          <a:solidFill>
            <a:srgbClr val="E5E9DA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3503811"/>
            <a:ext cx="10820129" cy="74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150"/>
              </a:spcAft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COMPLETED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website, scoring, checks, automatic improvement, dataset, analysis, and Flask server are completed.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189" y="4782046"/>
            <a:ext cx="11277318" cy="1128216"/>
          </a:xfrm>
          <a:prstGeom prst="roundRect">
            <a:avLst>
              <a:gd name="adj" fmla="val 8037"/>
            </a:avLst>
          </a:prstGeom>
          <a:noFill/>
          <a:ln w="25399">
            <a:solidFill>
              <a:srgbClr val="CBC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182" y="5045127"/>
            <a:ext cx="11023324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0A7C78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SIMPLE FLOW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1182" y="5364885"/>
            <a:ext cx="11023324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→ Prompt Optimizer → Better Prompt → AI → Better Answer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5032" cy="6858000"/>
          </a:xfrm>
          <a:prstGeom prst="rect">
            <a:avLst/>
          </a:prstGeom>
          <a:solidFill>
            <a:srgbClr val="083C35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466280"/>
            <a:ext cx="4526246" cy="17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spc="60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86" y="782737"/>
            <a:ext cx="4170655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What we can add next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8786" y="6057305"/>
            <a:ext cx="2772103" cy="343495"/>
          </a:xfrm>
          <a:prstGeom prst="roundRect">
            <a:avLst>
              <a:gd name="adj" fmla="val 21118"/>
            </a:avLst>
          </a:prstGeom>
          <a:solidFill>
            <a:srgbClr val="D2F9F4"/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6135127"/>
            <a:ext cx="3122733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spc="14" kern="100" dirty="0">
                <a:solidFill>
                  <a:srgbClr val="10201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Keep improving the instruction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0716" y="457156"/>
            <a:ext cx="431789" cy="431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18400" y="463677"/>
            <a:ext cx="2130967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the tool to an LLM or AI API.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159" y="457156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1843" y="463677"/>
            <a:ext cx="2131066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meaning, not only keywords.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716" y="3169202"/>
            <a:ext cx="431789" cy="431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18400" y="3175722"/>
            <a:ext cx="2130967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modes for academic, coding, research, and creative prompts.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159" y="3169202"/>
            <a:ext cx="431789" cy="4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01843" y="3175722"/>
            <a:ext cx="2131066" cy="178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201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history, feedback, model comparisons, a browser extension, and online deployment.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770716" y="5811568"/>
            <a:ext cx="5862193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0201D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Prompt Optimizer helps people communicate more clearly with AI.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2026-10-07T03:30:53Z</dcterms:created>
  <dcterms:modified xsi:type="dcterms:W3CDTF">2026-10-07T03:30:53Z</dcterms:modified>
</cp:coreProperties>
</file>